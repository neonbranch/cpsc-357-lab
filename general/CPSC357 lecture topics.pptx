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095D-76AE-5316-B95C-212FC93F0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F4F6-F869-3273-7C8F-416C2A669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F36E-EBF8-E266-856E-A835B08F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7C27-7CBB-19D9-C40A-6EF2661D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C512E-137A-5360-CC85-CFC1F644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9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6078-D549-6AC2-AF78-2B09FF79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41F2-A91A-C5E6-6B8D-C2D2E314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4F88-87EA-CF95-892E-60458C4C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F34A-93B9-B0D2-8A29-EC03A817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2031-01A0-9BAA-8D10-05F12118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0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5953-94BD-4A7F-B4CA-11A335CC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2020-0F14-4DFF-65A7-A1788086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F3E0-5446-4391-3C05-442F59F5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EF45B-9E65-6F76-FBED-329B1ED6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8A80-7E71-ECDB-C16F-C68A9EA7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90BF-D47C-C524-4703-EEA58156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24AC-E11E-AC05-FA97-DF6C159CF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4239-8AD7-ABB8-1741-085B37F85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239D4-5418-97F5-4292-C5BD8802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9B57F-7244-E724-E81C-0FF597C2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FBBE-4980-85CD-4B69-05F33917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5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506D-DC66-7F0E-7F3C-B50E107C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0F6D-1BCE-DD6A-F80B-A718D9D7F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2DE5-D7DA-0FE1-519F-BBDEEB1D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477F6-FE47-67C9-5020-2C14CC994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B1159-4C71-6BAB-9BA3-A408AE8E1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75B78-9EE5-3578-5280-0685092A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7477E-FFC8-DB33-3DE6-4520E24A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132BA-0B5B-FF82-E33E-04B0B0C2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7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4F64-ABA9-2B08-8474-343285F3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F8BF2-9098-55FE-AE64-C991609C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DA0C-3787-38C8-253C-3AC21D04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81D7-A29D-E65F-10FE-ED060A8C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5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B31A0-5124-D9A0-6E94-F609C974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5C912-64C9-4D07-9136-DAE79E05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D6904-F03D-7534-743C-9B2681F8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06FA-F5C8-F05C-0859-1081BAA9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7FAC9-59F1-2479-6A7B-1F323DA7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0284C-4997-3E51-9B00-0C0B58468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81108-85D4-BBA8-CACD-6F36BDFD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3451-AE57-45FB-7224-B39B46F6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187DC-65D0-8340-4A8D-5AC3D066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1F9B-B7B0-940C-6C6A-F5833D76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C6BB6-DD5E-F768-A2BB-F24B8D575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10645-8208-EFCA-2358-64AA7719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D6691-8C5B-23A0-8268-DB6C3E9C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A94A6-ACF5-836F-449A-C4FDB3F3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85CAE-E0C7-B617-1F40-9CD5AB13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DA0D-B763-4C3B-C19C-FA443EF8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A9157-E318-3770-4BE5-94F7BA4BB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4E6E-10F9-22A8-3764-5EA733B1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FFCCE-FDB5-3959-59F0-35FD12D9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2A24-5C7A-F2BD-FFB0-B52775AE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1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28B4F-91AF-D20B-BD34-BC2B2C68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21FAD-217D-C950-AC72-876DE5891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0459-B9E6-6205-7454-2863FD9D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413F5-AD36-128F-ECB4-4F18CF13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3B1A-6083-2916-51A9-47EF903D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6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49B35-EBD5-FCE3-DB15-591A8E0A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C1B85-D72F-7812-C00D-9B36B25F1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B6DD9-4A7F-5E9C-F339-2BD7BC65D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CC8C-017C-44A2-9172-637B109825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12941-E094-6215-746F-49A2F8E96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7743-71A8-1C0D-B36C-E3637A791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7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onbranch/CPSC-357-Lab" TargetMode="External"/><Relationship Id="rId2" Type="http://schemas.openxmlformats.org/officeDocument/2006/relationships/hyperlink" Target="mailto:islam5@unbc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3385-A530-1C2C-427E-458E552CC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CPSC 357: Mobile Application Development using React Native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32B7C-70E9-5798-479B-DC8823852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948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Md Shariful Islam</a:t>
            </a:r>
          </a:p>
          <a:p>
            <a:r>
              <a:rPr lang="en-US" dirty="0"/>
              <a:t>Teaching Assistant</a:t>
            </a:r>
          </a:p>
          <a:p>
            <a:r>
              <a:rPr lang="en-US" i="1" dirty="0">
                <a:hlinkClick r:id="rId2"/>
              </a:rPr>
              <a:t>Email: islam5@unbc.ca</a:t>
            </a:r>
            <a:endParaRPr lang="en-US" i="1" dirty="0"/>
          </a:p>
          <a:p>
            <a:r>
              <a:rPr lang="en-US" i="1" dirty="0">
                <a:hlinkClick r:id="rId3"/>
              </a:rPr>
              <a:t>Lab: https://github.com/neonbranch/CPSC-357-Lab</a:t>
            </a:r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765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A943-A7B6-CC97-6C34-0997AF62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EDE0-93BE-8C87-C88B-C5F54F9B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of CPSC 357</a:t>
            </a:r>
          </a:p>
          <a:p>
            <a:r>
              <a:rPr lang="en-US" dirty="0"/>
              <a:t>Objective of the course</a:t>
            </a:r>
          </a:p>
          <a:p>
            <a:r>
              <a:rPr lang="en-US" dirty="0"/>
              <a:t>Environment Set up </a:t>
            </a:r>
          </a:p>
          <a:p>
            <a:r>
              <a:rPr lang="en-US" dirty="0"/>
              <a:t>Creating First React Native</a:t>
            </a:r>
          </a:p>
          <a:p>
            <a:r>
              <a:rPr lang="en-US" dirty="0"/>
              <a:t>Understanding File Structure e.g. </a:t>
            </a:r>
            <a:r>
              <a:rPr lang="en-US" dirty="0" err="1"/>
              <a:t>app.json</a:t>
            </a:r>
            <a:endParaRPr lang="en-US" dirty="0"/>
          </a:p>
          <a:p>
            <a:r>
              <a:rPr lang="en-US" dirty="0"/>
              <a:t>Prototype Development Idea</a:t>
            </a:r>
          </a:p>
          <a:p>
            <a:r>
              <a:rPr lang="en-US" dirty="0"/>
              <a:t>What is next?</a:t>
            </a:r>
          </a:p>
        </p:txBody>
      </p:sp>
    </p:spTree>
    <p:extLst>
      <p:ext uri="{BB962C8B-B14F-4D97-AF65-F5344CB8AC3E}">
        <p14:creationId xmlns:p14="http://schemas.microsoft.com/office/powerpoint/2010/main" val="220581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DCD0-0149-8D9F-9191-D1EAC31E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AE959-25A7-68BB-1ABA-64129E373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Native and Expo Version</a:t>
            </a:r>
          </a:p>
          <a:p>
            <a:r>
              <a:rPr lang="en-US" dirty="0"/>
              <a:t>Styling Components</a:t>
            </a:r>
          </a:p>
          <a:p>
            <a:r>
              <a:rPr lang="en-US" dirty="0" err="1"/>
              <a:t>ScrollView</a:t>
            </a:r>
            <a:r>
              <a:rPr lang="en-US" dirty="0"/>
              <a:t>,  </a:t>
            </a:r>
            <a:r>
              <a:rPr lang="en-US" dirty="0" err="1"/>
              <a:t>FlatList</a:t>
            </a:r>
            <a:r>
              <a:rPr lang="en-US" dirty="0"/>
              <a:t> / </a:t>
            </a:r>
            <a:r>
              <a:rPr lang="en-US" dirty="0" err="1"/>
              <a:t>ListView</a:t>
            </a:r>
            <a:endParaRPr lang="en-US" dirty="0"/>
          </a:p>
          <a:p>
            <a:r>
              <a:rPr lang="en-US" dirty="0"/>
              <a:t>Layout with Flexbox</a:t>
            </a:r>
          </a:p>
          <a:p>
            <a:r>
              <a:rPr lang="en-US" dirty="0"/>
              <a:t>Splash Screen &amp; Activity Indicator</a:t>
            </a:r>
          </a:p>
        </p:txBody>
      </p:sp>
    </p:spTree>
    <p:extLst>
      <p:ext uri="{BB962C8B-B14F-4D97-AF65-F5344CB8AC3E}">
        <p14:creationId xmlns:p14="http://schemas.microsoft.com/office/powerpoint/2010/main" val="46760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9DB3-FDD3-B9E0-CD26-C8B6283E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5B35-BEB4-9D87-B279-04C49F880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974"/>
            <a:ext cx="10515600" cy="4351338"/>
          </a:xfrm>
        </p:spPr>
        <p:txBody>
          <a:bodyPr/>
          <a:lstStyle/>
          <a:p>
            <a:r>
              <a:rPr lang="en-US" dirty="0"/>
              <a:t>Handling User input &amp; Form,</a:t>
            </a:r>
          </a:p>
          <a:p>
            <a:r>
              <a:rPr lang="en-US" dirty="0"/>
              <a:t>Props and States</a:t>
            </a:r>
          </a:p>
          <a:p>
            <a:r>
              <a:rPr lang="en-US" dirty="0"/>
              <a:t>React Hooks e.g., </a:t>
            </a:r>
            <a:r>
              <a:rPr lang="en-US" dirty="0" err="1"/>
              <a:t>useState</a:t>
            </a:r>
            <a:endParaRPr lang="en-US" dirty="0"/>
          </a:p>
          <a:p>
            <a:r>
              <a:rPr lang="en-US" dirty="0"/>
              <a:t>Handling Touches</a:t>
            </a:r>
          </a:p>
          <a:p>
            <a:r>
              <a:rPr lang="en-US" dirty="0"/>
              <a:t>Introduce navigation(Stack, tab, drawer) </a:t>
            </a:r>
          </a:p>
          <a:p>
            <a:r>
              <a:rPr lang="en-US" dirty="0"/>
              <a:t>Navigating Between Screens</a:t>
            </a:r>
          </a:p>
          <a:p>
            <a:r>
              <a:rPr lang="en-US" dirty="0"/>
              <a:t>Passing data using Navigations</a:t>
            </a:r>
          </a:p>
        </p:txBody>
      </p:sp>
    </p:spTree>
    <p:extLst>
      <p:ext uri="{BB962C8B-B14F-4D97-AF65-F5344CB8AC3E}">
        <p14:creationId xmlns:p14="http://schemas.microsoft.com/office/powerpoint/2010/main" val="423750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9B29-529F-2095-7631-6FB2F5F3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(L4/W5)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FA704-ABF0-76B5-1828-73F76237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Context and Redux</a:t>
            </a:r>
          </a:p>
          <a:p>
            <a:r>
              <a:rPr lang="en-US" dirty="0"/>
              <a:t>Auth Token Management</a:t>
            </a:r>
          </a:p>
          <a:p>
            <a:r>
              <a:rPr lang="en-US" dirty="0"/>
              <a:t>Shopping Cart Management</a:t>
            </a:r>
          </a:p>
          <a:p>
            <a:r>
              <a:rPr lang="en-US" dirty="0"/>
              <a:t>Platform-Specific Code</a:t>
            </a:r>
          </a:p>
          <a:p>
            <a:r>
              <a:rPr lang="en-US" dirty="0"/>
              <a:t>Getting Started with TypeScript</a:t>
            </a:r>
          </a:p>
          <a:p>
            <a:r>
              <a:rPr lang="en-US" dirty="0"/>
              <a:t>React Native </a:t>
            </a:r>
            <a:r>
              <a:rPr lang="en-US" dirty="0" err="1"/>
              <a:t>DevTools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49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DDA4-7DAB-97CB-5D69-0AEC9E9C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(L5/W6)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06D8-601D-CAF1-1F34-C96B54529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Capturing Image using  </a:t>
            </a:r>
            <a:r>
              <a:rPr lang="en-US" dirty="0" err="1"/>
              <a:t>ExpoCamera</a:t>
            </a:r>
            <a:r>
              <a:rPr lang="en-US" dirty="0"/>
              <a:t>, </a:t>
            </a:r>
          </a:p>
          <a:p>
            <a:r>
              <a:rPr lang="en-US" dirty="0"/>
              <a:t>Accessing Media Library</a:t>
            </a:r>
          </a:p>
          <a:p>
            <a:r>
              <a:rPr lang="en-US" dirty="0"/>
              <a:t>Upload image using Image Picker APIs </a:t>
            </a:r>
          </a:p>
          <a:p>
            <a:r>
              <a:rPr lang="en-US" dirty="0"/>
              <a:t>Allowing permissions</a:t>
            </a:r>
          </a:p>
        </p:txBody>
      </p:sp>
    </p:spTree>
    <p:extLst>
      <p:ext uri="{BB962C8B-B14F-4D97-AF65-F5344CB8AC3E}">
        <p14:creationId xmlns:p14="http://schemas.microsoft.com/office/powerpoint/2010/main" val="151242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180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CPSC 357: Mobile Application Development using React Native</vt:lpstr>
      <vt:lpstr>Outlines (Lab 1)</vt:lpstr>
      <vt:lpstr>Outlines (Lab 2)</vt:lpstr>
      <vt:lpstr>Outlines (Lab 3)</vt:lpstr>
      <vt:lpstr>Outlines (L4/W5)</vt:lpstr>
      <vt:lpstr>Outline (L5/W6)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Shariful Islam</dc:creator>
  <cp:lastModifiedBy>Md Shariful Islam</cp:lastModifiedBy>
  <cp:revision>40</cp:revision>
  <dcterms:created xsi:type="dcterms:W3CDTF">2026-01-07T11:46:19Z</dcterms:created>
  <dcterms:modified xsi:type="dcterms:W3CDTF">2026-01-10T05:46:17Z</dcterms:modified>
</cp:coreProperties>
</file>