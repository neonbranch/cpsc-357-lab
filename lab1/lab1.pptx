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3" d="100"/>
          <a:sy n="63" d="100"/>
        </p:scale>
        <p:origin x="80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AC095D-76AE-5316-B95C-212FC93F05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28F4F6-F869-3273-7C8F-416C2A6693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B7F36E-EBF8-E266-856E-A835B08FB1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0ECC8C-017C-44A2-9172-637B1098256D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A67C27-7CBB-19D9-C40A-6EF2661D2F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CC512E-137A-5360-CC85-CFC1F644C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171E7E-F3BB-418F-88BB-6C45188974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5928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876078-D549-6AC2-AF78-2B09FF79F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6A41F2-A91A-C5E6-6B8D-C2D2E31458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404F88-87EA-CF95-892E-60458C4CED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0ECC8C-017C-44A2-9172-637B1098256D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5F34A-93B9-B0D2-8A29-EC03A81767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E12031-01A0-9BAA-8D10-05F121187F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171E7E-F3BB-418F-88BB-6C45188974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00087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45953-94BD-4A7F-B4CA-11A335CC9F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BA2020-0F14-4DFF-65A7-A178808614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CEF3E0-5446-4391-3C05-442F59F517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0ECC8C-017C-44A2-9172-637B1098256D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7EF45B-9E65-6F76-FBED-329B1ED6C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7A8A80-7E71-ECDB-C16F-C68A9EA71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171E7E-F3BB-418F-88BB-6C45188974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80782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490BF-D47C-C524-4703-EEA58156C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D24AC-E11E-AC05-FA97-DF6C159CFFD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764239-8AD7-ABB8-1741-085B37F851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F239D4-5418-97F5-4292-C5BD8802C6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0ECC8C-017C-44A2-9172-637B1098256D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49B57F-7244-E724-E81C-0FF597C26E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53FBBE-4980-85CD-4B69-05F339174F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171E7E-F3BB-418F-88BB-6C45188974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18570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E7506D-DC66-7F0E-7F3C-B50E107C82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BA0F6D-1BCE-DD6A-F80B-A718D9D7F4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512DE5-D7DA-0FE1-519F-BBDEEB1DE7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8477F6-FE47-67C9-5020-2C14CC99461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C5B1159-4C71-6BAB-9BA3-A408AE8E1B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75B78-9EE5-3578-5280-0685092A41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0ECC8C-017C-44A2-9172-637B1098256D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AD7477E-FFC8-DB33-3DE6-4520E24AF3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1E132BA-0B5B-FF82-E33E-04B0B0C214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171E7E-F3BB-418F-88BB-6C45188974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62750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F44F64-ABA9-2B08-8474-343285F37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EFF8BF2-9098-55FE-AE64-C991609C88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0ECC8C-017C-44A2-9172-637B1098256D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75DA0C-3787-38C8-253C-3AC21D046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5981D7-A29D-E65F-10FE-ED060A8C48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171E7E-F3BB-418F-88BB-6C45188974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11587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EEB31A0-5124-D9A0-6E94-F609C97414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0ECC8C-017C-44A2-9172-637B1098256D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A55C912-64C9-4D07-9136-DAE79E0522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6D6904-F03D-7534-743C-9B2681F80A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171E7E-F3BB-418F-88BB-6C45188974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1200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1E06FA-F5C8-F05C-0859-1081BAA9A0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77FAC9-59F1-2479-6A7B-1F323DA7AD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70284C-4997-3E51-9B00-0C0B584687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081108-85D4-BBA8-CACD-6F36BDFD4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0ECC8C-017C-44A2-9172-637B1098256D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433451-AE57-45FB-7224-B39B46F676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A187DC-65D0-8340-4A8D-5AC3D0661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171E7E-F3BB-418F-88BB-6C45188974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1024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2C1F9B-B7B0-940C-6C6A-F5833D7643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EC6BB6-DD5E-F768-A2BB-F24B8D5758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A10645-8208-EFCA-2358-64AA771997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CD6691-8C5B-23A0-8268-DB6C3E9C2B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0ECC8C-017C-44A2-9172-637B1098256D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7A94A6-ACF5-836F-449A-C4FDB3F392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D85CAE-E0C7-B617-1F40-9CD5AB132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171E7E-F3BB-418F-88BB-6C45188974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2109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E7DA0D-B763-4C3B-C19C-FA443EF8ED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1A9157-E318-3770-4BE5-94F7BA4BBD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D04E6E-10F9-22A8-3764-5EA733B19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0ECC8C-017C-44A2-9172-637B1098256D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0FFCCE-FDB5-3959-59F0-35FD12D9C7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022A24-5C7A-F2BD-FFB0-B52775AE8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171E7E-F3BB-418F-88BB-6C45188974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18116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6D28B4F-91AF-D20B-BD34-BC2B2C68C49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2D21FAD-217D-C950-AC72-876DE5891E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490459-B9E6-6205-7454-2863FD9D91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0ECC8C-017C-44A2-9172-637B1098256D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413F5-AD36-128F-ECB4-4F18CF1333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4C3B1A-6083-2916-51A9-47EF903D7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171E7E-F3BB-418F-88BB-6C45188974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44696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2549B35-EBD5-FCE3-DB15-591A8E0AE4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1C1B85-D72F-7812-C00D-9B36B25F16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2B6DD9-4A7F-5E9C-F339-2BD7BC65D7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0ECC8C-017C-44A2-9172-637B1098256D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D12941-E094-6215-746F-49A2F8E9635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687743-71A8-1C0D-B36C-E3637A791F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F171E7E-F3BB-418F-88BB-6C45188974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60733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eonbranch/CPSC-357-Lab" TargetMode="External"/><Relationship Id="rId2" Type="http://schemas.openxmlformats.org/officeDocument/2006/relationships/hyperlink" Target="mailto:islam5@unbc.ca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9A3385-A530-1C2C-427E-458E552CC68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CPSC 357: Mobile Application Development using React Native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8432B7C-70E9-5798-479B-DC88238529D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Md Shariful Islam</a:t>
            </a:r>
          </a:p>
          <a:p>
            <a:r>
              <a:rPr lang="en-US" i="1" dirty="0">
                <a:hlinkClick r:id="rId2"/>
              </a:rPr>
              <a:t>islam5@unbc.ca</a:t>
            </a:r>
            <a:endParaRPr lang="en-US" i="1" dirty="0"/>
          </a:p>
          <a:p>
            <a:r>
              <a:rPr lang="en-US" i="1" dirty="0">
                <a:hlinkClick r:id="rId3"/>
              </a:rPr>
              <a:t>https://github.com/neonbranch/CPSC-357-Lab</a:t>
            </a:r>
            <a:endParaRPr lang="en-US" i="1" dirty="0"/>
          </a:p>
          <a:p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22376541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1A943-A7B6-CC97-6C34-0997AF624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B8EDE0-93BE-8C87-C88B-C5F54F9BA5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Introduction of CPSC 357</a:t>
            </a:r>
          </a:p>
          <a:p>
            <a:r>
              <a:rPr lang="en-US" dirty="0"/>
              <a:t>Objective of the course</a:t>
            </a:r>
          </a:p>
          <a:p>
            <a:r>
              <a:rPr lang="en-US" dirty="0"/>
              <a:t>Environment Set up </a:t>
            </a:r>
          </a:p>
          <a:p>
            <a:r>
              <a:rPr lang="en-US" dirty="0"/>
              <a:t>Creating First React Native</a:t>
            </a:r>
          </a:p>
          <a:p>
            <a:r>
              <a:rPr lang="en-US" dirty="0"/>
              <a:t>Understanding code structure &amp; Files</a:t>
            </a:r>
          </a:p>
          <a:p>
            <a:r>
              <a:rPr lang="en-US" dirty="0"/>
              <a:t>What is next?</a:t>
            </a:r>
          </a:p>
        </p:txBody>
      </p:sp>
    </p:spTree>
    <p:extLst>
      <p:ext uri="{BB962C8B-B14F-4D97-AF65-F5344CB8AC3E}">
        <p14:creationId xmlns:p14="http://schemas.microsoft.com/office/powerpoint/2010/main" val="22058116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CFDF00-6749-F4A6-75D7-93D5827C3E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Prototype Development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7A4961-C0FF-C042-EBFE-3FDAC164ED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Instagram</a:t>
            </a:r>
          </a:p>
          <a:p>
            <a:r>
              <a:rPr lang="en-US" dirty="0"/>
              <a:t>Blog</a:t>
            </a:r>
          </a:p>
          <a:p>
            <a:r>
              <a:rPr lang="en-US" dirty="0"/>
              <a:t>Portfolio</a:t>
            </a:r>
          </a:p>
          <a:p>
            <a:r>
              <a:rPr lang="en-US"/>
              <a:t>etc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58685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57</Words>
  <Application>Microsoft Office PowerPoint</Application>
  <PresentationFormat>Widescreen</PresentationFormat>
  <Paragraphs>16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CPSC 357: Mobile Application Development using React Native</vt:lpstr>
      <vt:lpstr>Outlines</vt:lpstr>
      <vt:lpstr>Prototype Development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Md Shariful Islam</dc:creator>
  <cp:lastModifiedBy>Md Shariful Islam</cp:lastModifiedBy>
  <cp:revision>8</cp:revision>
  <dcterms:created xsi:type="dcterms:W3CDTF">2026-01-07T11:46:19Z</dcterms:created>
  <dcterms:modified xsi:type="dcterms:W3CDTF">2026-01-07T11:58:04Z</dcterms:modified>
</cp:coreProperties>
</file>